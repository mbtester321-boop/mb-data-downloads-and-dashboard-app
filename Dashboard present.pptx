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59" r:id="rId5"/>
    <p:sldId id="262" r:id="rId6"/>
    <p:sldId id="258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95" d="100"/>
          <a:sy n="9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8081-70A6-C6E9-E556-06833E061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333C0-F8CC-1BCF-60E7-565DB1825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D7568-E279-BFE9-5BC4-A389FFF3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C365E-2BAB-AA78-DA63-1313C6D8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936F7-E1F6-45A5-0204-23F7DA8E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3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4F7F-8153-9B5F-CC37-85DB29F6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B1BB-59C3-1467-CA4C-7009193E4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D239-F866-DE16-C9CF-3F44ACD9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B4164-C6E9-93E8-D969-F0FF39E7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45C5-B5E4-3787-9066-0596C9CA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355-B64D-1E93-325B-002610E3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1A7A0-B387-9C20-AE01-3EC94A7D3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CC396-CC81-E0EA-6286-AEBC299BC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236FE-61C4-A3EC-DEC1-7689C63B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FCEB1-F8BA-6187-CAE6-2EFDBE30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7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FC80-A3B3-D6B5-E3BB-DC7BAAE5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9E6F2-EA24-2F86-3391-7C2BD6A3F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DA55B-4DD6-17EB-994B-923AE4007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FE23C-EA47-3F3C-A083-AB689776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9D80E-FCE7-00E7-1CA2-D89C6E41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74ABD-58DE-001D-F56F-19A2F9DD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0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9678-342A-AB71-8E6A-F9EB77E1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0F190-F18A-20C0-E9D5-36E581A15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DD680-0ADC-3121-DF3F-C40B3CBA2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8B19E-E916-DE3D-FC8D-60C404B31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B1010-E036-075B-FD5D-D374DB9B8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8794E2-3489-9D7A-F794-FC3DD140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989A4-AADA-E339-5CEB-504EAA9E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1A120-1500-21E5-5C0F-561C7E3A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3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0E9C-2F7C-645A-3C6E-069C6715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58BE9-644B-C9AA-258E-1A079784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4EE74-7C84-3C6E-47F3-CA480B64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D5E98-AD9D-75BA-D6D7-41DD701A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4D6FC6-829E-398E-6CB0-12D194B7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7832C-A65A-2025-7144-0521E9EF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F3E33-44DA-AF81-0EF5-CD98A428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5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4296-22BF-6202-5FEF-B2C80CAA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30B02-F69F-AB9C-3AAB-3D1CF6C16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247DD-3A3C-2A0E-11F1-C6601D4AB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005E7-15A8-5DEB-95AB-AA81EB29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0A4FE-74E0-34B8-826C-9B926EB2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958DC-D043-01F3-A56C-6EB0B9F9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3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0244-95FA-1279-C317-38B04158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6D270-E547-26A4-21B6-AAD309F4545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DF011-6A79-D001-FA14-85321A207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BDDEE-75A9-1F2A-5A2C-24509F4A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7842E-3BC9-4941-1E40-59460EB5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D90D2-5F7F-0310-BA89-A99445FE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1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568E-BE15-3956-C803-492B5846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1BE4D-4C27-E2D3-0FB1-8D3F57CF0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F73DE-C598-B659-374C-8D23E561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3CCEC-3FB1-1F89-8B70-E0F93A6F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7A070-BCD9-16E5-9E5C-E7487422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5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6FF20-47D7-1D48-3D40-349AB86B6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F30A3-35F0-9B0A-39C7-AB2B5C79D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090A-1A03-8B54-996A-5E324612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B39CA-99F1-EB3F-115B-624B7341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9CB1D-52B7-77C0-E5D1-E4AF8CB8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ADC81-A720-45CD-258E-6D086887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2BBA9-42DD-8059-E880-0190D8069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6D729-C3FB-584A-1421-9ED5BF74E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64AE2-398B-5446-9784-715381D89D50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584E-23C5-F502-E1C0-830B9433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58D6C-0E71-3999-8F05-7A9347756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36292-CFC7-0B40-9C0D-338FCC8F4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54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BD3519D-1DA2-DFFF-318C-DE270C33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6047664" cy="34289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CBC76EB-010A-07F2-AB88-1F55A127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47664" cy="34289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EF899BF-840F-FB84-92EF-5CBE478E1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662" y="-1"/>
            <a:ext cx="2985567" cy="31441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BDEF20E-5745-81F2-52C3-DC95C5479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431" y="1"/>
            <a:ext cx="2985567" cy="283132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328274-26D0-F31A-6B8F-C283338B1E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662" y="3144132"/>
            <a:ext cx="6144338" cy="371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0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7BD322-3E1B-4AB9-FDF1-6E86A1677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450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59ADA-0909-68CC-4602-F132E9E3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259" y="215153"/>
            <a:ext cx="8928292" cy="371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2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2D7CB8-D9F9-646B-09C1-3F42B2935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3968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767113-B2C7-AE0C-D17F-CCEA0DCF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3" y="0"/>
            <a:ext cx="4010405" cy="4827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B2602B-BD58-C3C2-EA11-181553679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175" y="1398494"/>
            <a:ext cx="4103584" cy="545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8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886308-F230-F08C-1D57-B985B69DC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096" y="-524434"/>
            <a:ext cx="4987808" cy="47737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92238D-EE1D-5E9C-C542-2DAA1DB0D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6977"/>
            <a:ext cx="12192000" cy="386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9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FD148B-33DA-A75B-A84E-416674E8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6518" y="0"/>
            <a:ext cx="513968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98CE7-2BC8-8B5C-B4B0-20C7D7C2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64" y="3012525"/>
            <a:ext cx="7772400" cy="4177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18045-94D8-C218-577E-8592E96CC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503" y="-147916"/>
            <a:ext cx="2997907" cy="378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5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D9942A-B788-A3A2-5C9E-B8E07E02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3864" y="0"/>
            <a:ext cx="5169761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532996-AF36-207C-DB9F-14C22B66F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210" y="0"/>
            <a:ext cx="3957786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9F2E57-FB6A-2EB1-937C-F15B0D7AC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838" y="0"/>
            <a:ext cx="394481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1EAA74-261D-060C-07E4-FD44B8835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268" y="0"/>
            <a:ext cx="39383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7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E09483-C372-DCC3-2FDD-1AE05DD4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1670" y="0"/>
            <a:ext cx="520944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66EB61-FC05-DD0E-91E5-C8F5CC6B6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674" y="363070"/>
            <a:ext cx="4869464" cy="6145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F54A3A-F2DB-C61D-63C0-704BC06EF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952" y="333080"/>
            <a:ext cx="4729667" cy="616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F236B1-2AFB-A58C-FF75-71C3B5BF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520"/>
            <a:ext cx="7772400" cy="3582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89F63-8092-80AA-B540-3EF0C702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640" y="1422400"/>
            <a:ext cx="5087359" cy="543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A7649E-0A90-8981-BFD9-146EA11FB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60" y="3313654"/>
            <a:ext cx="5087359" cy="354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9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Massimo Bertini [student]</dc:creator>
  <cp:lastModifiedBy>Massimo Bertini [student]</cp:lastModifiedBy>
  <cp:revision>1</cp:revision>
  <dcterms:created xsi:type="dcterms:W3CDTF">2026-10-20T17:17:54Z</dcterms:created>
  <dcterms:modified xsi:type="dcterms:W3CDTF">2026-10-20T18:06:00Z</dcterms:modified>
</cp:coreProperties>
</file>